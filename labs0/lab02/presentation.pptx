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6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d6fc6966d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4d6fc6966d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2008398"/>
            <a:ext cx="61623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l">
              <a:lnSpc>
                <a:spcPct val="100000"/>
              </a:lnSpc>
              <a:buSzPts val="2000"/>
            </a:pPr>
            <a:r>
              <a:rPr lang="ru-RU" sz="2000" dirty="0"/>
              <a:t>Дискреционное разграничение прав в Linux. Основные атрибуты</a:t>
            </a:r>
            <a:endParaRPr sz="20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2621095" y="5601469"/>
            <a:ext cx="64366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latin typeface="Arial"/>
                <a:ea typeface="Arial"/>
                <a:cs typeface="Arial"/>
                <a:sym typeface="Arial"/>
              </a:rPr>
              <a:t>Российский университет дружбы народов, Москва, Россия</a:t>
            </a:r>
            <a:r>
              <a:rPr lang="ru-RU" sz="1800" b="0" i="0" u="none" strike="noStrike" cap="none" dirty="0"/>
              <a:t> </a:t>
            </a:r>
            <a:endParaRPr sz="4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210550" y="3926285"/>
            <a:ext cx="3545238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Работу выполнил: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Рыбалко Тимофей Александрович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НБИбд-0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ru-RU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-24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Цель работы</a:t>
            </a:r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92100">
              <a:buSzPts val="2800"/>
            </a:pPr>
            <a:r>
              <a:rPr lang="ru-RU" dirty="0"/>
              <a:t>Получение практических навыков работы в консоли с атрибутами файлов.</a:t>
            </a:r>
          </a:p>
          <a:p>
            <a:pPr marL="228600" lvl="0" indent="-292100">
              <a:buSzPts val="2800"/>
            </a:pPr>
            <a:r>
              <a:rPr lang="ru-RU" dirty="0"/>
              <a:t>Закрепление теоретических основ дискреционного разграничения доступа в ОС 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dirty="0"/>
              <a:t>Техническое обеспечение</a:t>
            </a:r>
            <a:endParaRPr dirty="0"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Intel Core i3-550 3.2 GHz,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4 GB </a:t>
            </a:r>
            <a:r>
              <a:rPr lang="ru-RU" dirty="0"/>
              <a:t>оперативной памяти,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20 </a:t>
            </a:r>
            <a:r>
              <a:rPr lang="en-US" dirty="0"/>
              <a:t>GB </a:t>
            </a:r>
            <a:r>
              <a:rPr lang="ru-RU" dirty="0"/>
              <a:t>свободного места на жёстком диске; </a:t>
            </a:r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ОС </a:t>
            </a:r>
            <a:r>
              <a:rPr lang="en-US" dirty="0"/>
              <a:t>Linux Gentoo </a:t>
            </a:r>
            <a:endParaRPr lang="ru-RU" dirty="0"/>
          </a:p>
          <a:p>
            <a:pPr marL="228600" lvl="0" indent="-228600">
              <a:spcBef>
                <a:spcPts val="0"/>
              </a:spcBef>
              <a:buSzPts val="2800"/>
            </a:pPr>
            <a:r>
              <a:rPr lang="en-US" dirty="0"/>
              <a:t>VirtualBox </a:t>
            </a:r>
            <a:r>
              <a:rPr lang="ru-RU" dirty="0" err="1"/>
              <a:t>верс</a:t>
            </a:r>
            <a:r>
              <a:rPr lang="ru-RU" dirty="0"/>
              <a:t>. 6.1 или старше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Создание пользователя </a:t>
            </a:r>
            <a:r>
              <a:rPr lang="en-US" dirty="0"/>
              <a:t>guest</a:t>
            </a:r>
            <a:endParaRPr lang="ru-RU" dirty="0"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С помощью команды 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useradd</a:t>
            </a:r>
            <a:r>
              <a:rPr lang="ru-RU" dirty="0"/>
              <a:t> </a:t>
            </a:r>
            <a:r>
              <a:rPr lang="ru-RU" dirty="0" err="1"/>
              <a:t>guest</a:t>
            </a:r>
            <a:r>
              <a:rPr lang="ru-RU" dirty="0"/>
              <a:t> была создана новая учетная запись пользователя. Командой </a:t>
            </a:r>
            <a:r>
              <a:rPr lang="ru-RU" dirty="0" err="1"/>
              <a:t>sudo</a:t>
            </a:r>
            <a:r>
              <a:rPr lang="ru-RU" dirty="0"/>
              <a:t> </a:t>
            </a:r>
            <a:r>
              <a:rPr lang="ru-RU" dirty="0" err="1"/>
              <a:t>passwd</a:t>
            </a:r>
            <a:r>
              <a:rPr lang="ru-RU" dirty="0"/>
              <a:t> </a:t>
            </a:r>
            <a:r>
              <a:rPr lang="ru-RU" dirty="0" err="1"/>
              <a:t>guest</a:t>
            </a:r>
            <a:r>
              <a:rPr lang="ru-RU" dirty="0"/>
              <a:t> установлен пароль для пользователя </a:t>
            </a:r>
            <a:r>
              <a:rPr lang="ru-RU" dirty="0" err="1"/>
              <a:t>guest</a:t>
            </a:r>
            <a:r>
              <a:rPr lang="ru-RU" dirty="0"/>
              <a:t>. После создания пользователя выполнен выход из системы для входа под новой учетной записью.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19E9215-9440-4E87-7229-0AEB0E358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964" y="3839918"/>
            <a:ext cx="3862672" cy="30180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Просмотр директорий и создание dir1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Команда </a:t>
            </a:r>
            <a:r>
              <a:rPr lang="ru-RU" dirty="0" err="1"/>
              <a:t>ls</a:t>
            </a:r>
            <a:r>
              <a:rPr lang="ru-RU" dirty="0"/>
              <a:t> -l /</a:t>
            </a:r>
            <a:r>
              <a:rPr lang="ru-RU" dirty="0" err="1"/>
              <a:t>home</a:t>
            </a:r>
            <a:r>
              <a:rPr lang="ru-RU" dirty="0"/>
              <a:t>/ показала список домашних директорий пользователей:</a:t>
            </a:r>
            <a:endParaRPr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466015-5619-D070-E129-0DAAED2A9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07882"/>
            <a:ext cx="5081337" cy="35849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ru-RU" dirty="0"/>
              <a:t>Эксперимент с правами доступа</a:t>
            </a: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  <a:buSzPts val="2800"/>
            </a:pPr>
            <a:r>
              <a:rPr lang="ru-RU" dirty="0"/>
              <a:t>Включаем сеть, задаём имя хоста, пароли </a:t>
            </a:r>
            <a:r>
              <a:rPr lang="ru-RU" dirty="0" err="1"/>
              <a:t>root</a:t>
            </a:r>
            <a:r>
              <a:rPr lang="ru-RU" dirty="0"/>
              <a:t> и пользователя</a:t>
            </a:r>
            <a:endParaRPr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D5904EA-DE65-4478-B1C2-B56B00CB4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47594"/>
            <a:ext cx="6211167" cy="43821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ru-RU" dirty="0"/>
              <a:t>Заполнение таблицы 2.1</a:t>
            </a:r>
            <a:endParaRPr dirty="0"/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38200" y="1425526"/>
            <a:ext cx="10632600" cy="350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ru-RU" dirty="0"/>
              <a:t>Примеры выполнения команд для разных прав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A5426E-257F-20C3-E35C-35774E639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94469"/>
            <a:ext cx="9283578" cy="41984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Заключение</a:t>
            </a:r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ru-RU" dirty="0"/>
              <a:t>Освоены навыки установки ОС </a:t>
            </a:r>
            <a:r>
              <a:rPr lang="ru-RU" dirty="0" err="1"/>
              <a:t>Rocky</a:t>
            </a:r>
            <a:r>
              <a:rPr lang="ru-RU" dirty="0"/>
              <a:t> Linux на </a:t>
            </a:r>
            <a:r>
              <a:rPr lang="ru-RU" dirty="0" err="1"/>
              <a:t>VirtualBox</a:t>
            </a:r>
            <a:endParaRPr lang="ru-RU" dirty="0"/>
          </a:p>
          <a:p>
            <a:r>
              <a:rPr lang="ru-RU" dirty="0"/>
              <a:t>Настроены сетевое имя хоста, учётная запись и дополнения гостевой ОС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177</Words>
  <Application>Microsoft Office PowerPoint</Application>
  <PresentationFormat>Широкоэкранный</PresentationFormat>
  <Paragraphs>25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Тема Office</vt:lpstr>
      <vt:lpstr>Дискреционное разграничение прав в Linux. Основные атрибуты</vt:lpstr>
      <vt:lpstr>Цель работы</vt:lpstr>
      <vt:lpstr>Техническое обеспечение</vt:lpstr>
      <vt:lpstr>Создание пользователя guest</vt:lpstr>
      <vt:lpstr>Просмотр директорий и создание dir1</vt:lpstr>
      <vt:lpstr>Эксперимент с правами доступа</vt:lpstr>
      <vt:lpstr>Заполнение таблицы 2.1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Данил Смольняков</cp:lastModifiedBy>
  <cp:revision>6</cp:revision>
  <dcterms:modified xsi:type="dcterms:W3CDTF">2026-03-06T19:46:07Z</dcterms:modified>
</cp:coreProperties>
</file>