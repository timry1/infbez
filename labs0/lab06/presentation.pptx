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Исследование работы </a:t>
            </a:r>
            <a:r>
              <a:rPr lang="ru-RU" sz="2400" dirty="0" err="1"/>
              <a:t>SELinux</a:t>
            </a:r>
            <a:r>
              <a:rPr lang="ru-RU" sz="2400" dirty="0"/>
              <a:t> на примере веб-сервера Apache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lvl="0"/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Рыбалко Тимофей Александрович</a:t>
            </a:r>
          </a:p>
          <a:p>
            <a:pPr lvl="0"/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НБИбд-01-24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Развитие навыков администрирования ОС Linux</a:t>
            </a:r>
          </a:p>
          <a:p>
            <a:pPr latinLnBrk="1"/>
            <a:r>
              <a:rPr lang="ru-RU" dirty="0"/>
              <a:t>Получение практического знакомства с технологией </a:t>
            </a:r>
            <a:r>
              <a:rPr lang="ru-RU" dirty="0" err="1"/>
              <a:t>SELinux</a:t>
            </a:r>
            <a:endParaRPr lang="ru-RU" dirty="0"/>
          </a:p>
          <a:p>
            <a:pPr latinLnBrk="1"/>
            <a:r>
              <a:rPr lang="ru-RU" dirty="0"/>
              <a:t>Проверка работы </a:t>
            </a:r>
            <a:r>
              <a:rPr lang="ru-RU" dirty="0" err="1"/>
              <a:t>SELinux</a:t>
            </a:r>
            <a:r>
              <a:rPr lang="ru-RU" dirty="0"/>
              <a:t> совместно с веб-сервером Apache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Проверка статуса </a:t>
            </a:r>
            <a:r>
              <a:rPr lang="en-US" dirty="0" err="1"/>
              <a:t>SELinux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Проверка режима работы </a:t>
            </a:r>
            <a:r>
              <a:rPr lang="ru-RU" dirty="0" err="1"/>
              <a:t>SELinux</a:t>
            </a:r>
            <a:r>
              <a:rPr lang="ru-RU" dirty="0"/>
              <a:t> и используемой политики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9770A2-426A-2CD1-1CE5-2F12B521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17085"/>
            <a:ext cx="4468318" cy="3647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test.html и проверка контекста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Создание HTML-файла в директории веб-сервера и просмотр его </a:t>
            </a:r>
            <a:r>
              <a:rPr lang="ru-RU" dirty="0" err="1"/>
              <a:t>SELinux</a:t>
            </a:r>
            <a:r>
              <a:rPr lang="ru-RU" dirty="0"/>
              <a:t>-контекста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2811F6-ED0A-09C1-AA49-A4E555A8C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39214"/>
            <a:ext cx="7809693" cy="1742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Доступ через браузер и изменение контекста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Проверка доступа к файлу, изменение контекста на </a:t>
            </a:r>
            <a:r>
              <a:rPr lang="ru-RU" dirty="0" err="1"/>
              <a:t>samba_share_t</a:t>
            </a:r>
            <a:r>
              <a:rPr lang="ru-RU" dirty="0"/>
              <a:t> и повторная проверка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F682D6-7731-6F91-89F7-E9E68A4A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95272"/>
            <a:ext cx="8110068" cy="7420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Смена порта Apache с 80 на 81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Изменение порта в конфигурации Apache, добавление порта в разрешённые </a:t>
            </a:r>
            <a:r>
              <a:rPr lang="ru-RU" dirty="0" err="1"/>
              <a:t>SELinux</a:t>
            </a:r>
            <a:r>
              <a:rPr lang="ru-RU" dirty="0"/>
              <a:t>, перезапуск сервера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CE9EDF-BCA1-958C-E0A8-D4897B51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2210"/>
            <a:ext cx="10485779" cy="165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Возврат контекста и проверка на новом порту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875231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Возвращение правильного контекста файлу, проверка доступа через порт 81, откат изменений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E728C0-0B54-C3EE-2D91-6BE3E576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9763236" cy="127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ru-RU" dirty="0"/>
              <a:t>В ходе выполнения лабораторной работы было проведено практическое знакомство с технологией </a:t>
            </a:r>
            <a:r>
              <a:rPr lang="ru-RU" dirty="0" err="1"/>
              <a:t>SELinux</a:t>
            </a:r>
            <a:r>
              <a:rPr lang="ru-RU" dirty="0"/>
              <a:t>.</a:t>
            </a:r>
          </a:p>
          <a:p>
            <a:r>
              <a:rPr lang="ru-RU" dirty="0"/>
              <a:t>Установлено, что </a:t>
            </a:r>
            <a:r>
              <a:rPr lang="ru-RU" dirty="0" err="1"/>
              <a:t>SELinux</a:t>
            </a:r>
            <a:r>
              <a:rPr lang="ru-RU" dirty="0"/>
              <a:t> в режиме </a:t>
            </a:r>
            <a:r>
              <a:rPr lang="ru-RU" dirty="0" err="1"/>
              <a:t>enforcing</a:t>
            </a:r>
            <a:r>
              <a:rPr lang="ru-RU" dirty="0"/>
              <a:t> и политике </a:t>
            </a:r>
            <a:r>
              <a:rPr lang="ru-RU" dirty="0" err="1"/>
              <a:t>targeted</a:t>
            </a:r>
            <a:r>
              <a:rPr lang="ru-RU" dirty="0"/>
              <a:t> контролирует доступ процессов к файлам на основе их контекста.</a:t>
            </a:r>
          </a:p>
          <a:p>
            <a:r>
              <a:rPr lang="ru-RU" dirty="0"/>
              <a:t>Изменение контекста файла с </a:t>
            </a:r>
            <a:r>
              <a:rPr lang="ru-RU" dirty="0" err="1"/>
              <a:t>httpd_sys_content_t</a:t>
            </a:r>
            <a:r>
              <a:rPr lang="ru-RU" dirty="0"/>
              <a:t> на </a:t>
            </a:r>
            <a:r>
              <a:rPr lang="ru-RU" dirty="0" err="1"/>
              <a:t>samba_share_t</a:t>
            </a:r>
            <a:r>
              <a:rPr lang="ru-RU" dirty="0"/>
              <a:t> привело к запрету доступа со стороны веб-сервера.</a:t>
            </a:r>
          </a:p>
          <a:p>
            <a:r>
              <a:rPr lang="ru-RU" dirty="0"/>
              <a:t>При смене порта Apache с 80 на 81 сервер не смог запуститься до тех пор, пока порт не был добавлен в разрешённые для типа </a:t>
            </a:r>
            <a:r>
              <a:rPr lang="ru-RU" dirty="0" err="1"/>
              <a:t>http_port_t</a:t>
            </a:r>
            <a:r>
              <a:rPr lang="ru-RU" dirty="0"/>
              <a:t> с помощью команды </a:t>
            </a:r>
            <a:r>
              <a:rPr lang="ru-RU" dirty="0" err="1"/>
              <a:t>semanage</a:t>
            </a:r>
            <a:r>
              <a:rPr lang="ru-RU" dirty="0"/>
              <a:t> </a:t>
            </a:r>
            <a:r>
              <a:rPr lang="ru-RU" dirty="0" err="1"/>
              <a:t>port</a:t>
            </a:r>
            <a:r>
              <a:rPr lang="ru-RU" dirty="0"/>
              <a:t> -a.</a:t>
            </a:r>
          </a:p>
          <a:p>
            <a:r>
              <a:rPr lang="ru-RU" dirty="0"/>
              <a:t>Получены практические навыки работы с командами </a:t>
            </a:r>
            <a:r>
              <a:rPr lang="ru-RU" dirty="0" err="1"/>
              <a:t>getenforce</a:t>
            </a:r>
            <a:r>
              <a:rPr lang="ru-RU" dirty="0"/>
              <a:t>, </a:t>
            </a:r>
            <a:r>
              <a:rPr lang="ru-RU" dirty="0" err="1"/>
              <a:t>sestatus</a:t>
            </a:r>
            <a:r>
              <a:rPr lang="ru-RU" dirty="0"/>
              <a:t>, </a:t>
            </a:r>
            <a:r>
              <a:rPr lang="ru-RU" dirty="0" err="1"/>
              <a:t>chcon</a:t>
            </a:r>
            <a:r>
              <a:rPr lang="ru-RU" dirty="0"/>
              <a:t>, </a:t>
            </a:r>
            <a:r>
              <a:rPr lang="ru-RU" dirty="0" err="1"/>
              <a:t>semanage</a:t>
            </a:r>
            <a:r>
              <a:rPr lang="ru-RU" dirty="0"/>
              <a:t>, </a:t>
            </a:r>
            <a:r>
              <a:rPr lang="ru-RU" dirty="0" err="1"/>
              <a:t>ls</a:t>
            </a:r>
            <a:r>
              <a:rPr lang="ru-RU" dirty="0"/>
              <a:t> -</a:t>
            </a:r>
            <a:r>
              <a:rPr lang="ru-RU" dirty="0" err="1"/>
              <a:t>lZ</a:t>
            </a:r>
            <a:r>
              <a:rPr lang="ru-RU" dirty="0"/>
              <a:t>, </a:t>
            </a:r>
            <a:r>
              <a:rPr lang="ru-RU" dirty="0" err="1"/>
              <a:t>curl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278</Words>
  <Application>Microsoft Office PowerPoint</Application>
  <PresentationFormat>Широкоэкранный</PresentationFormat>
  <Paragraphs>31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Исследование работы SELinux на примере веб-сервера Apache</vt:lpstr>
      <vt:lpstr>Цель работы</vt:lpstr>
      <vt:lpstr>Техническое обеспечение</vt:lpstr>
      <vt:lpstr>Проверка статуса SELinux</vt:lpstr>
      <vt:lpstr>Создание test.html и проверка контекста</vt:lpstr>
      <vt:lpstr>Доступ через браузер и изменение контекста</vt:lpstr>
      <vt:lpstr>Смена порта Apache с 80 на 81</vt:lpstr>
      <vt:lpstr>Возврат контекста и проверка на новом порту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13</cp:revision>
  <dcterms:modified xsi:type="dcterms:W3CDTF">2026-05-02T20:49:38Z</dcterms:modified>
</cp:coreProperties>
</file>