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162286"/>
            <a:ext cx="75337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Установка </a:t>
            </a:r>
            <a:r>
              <a:rPr lang="en-US" sz="2000" dirty="0"/>
              <a:t>Kali Linux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Рыбалко Тимофей Александрович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НБИбд-01-24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Установка дистрибутива </a:t>
            </a:r>
            <a:r>
              <a:rPr lang="en-US" dirty="0"/>
              <a:t>Kali Linux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Установка дистрибутива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Установка дистрибутива </a:t>
            </a:r>
            <a:r>
              <a:rPr lang="ru-RU" dirty="0" err="1"/>
              <a:t>Kali</a:t>
            </a:r>
            <a:r>
              <a:rPr lang="ru-RU" dirty="0"/>
              <a:t> Linux на виртуальную машину с сайта https://www.kali.org/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8815B61-C1DA-A799-19DE-C84305518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954" y="2825263"/>
            <a:ext cx="3000794" cy="3486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Добавление дистрибутива в виртуальную машину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Нажимаем добавить и появляется дистрибутив </a:t>
            </a:r>
            <a:r>
              <a:rPr lang="en-US" dirty="0"/>
              <a:t>K</a:t>
            </a:r>
            <a:r>
              <a:rPr lang="ru-RU" dirty="0" err="1"/>
              <a:t>ali</a:t>
            </a:r>
            <a:r>
              <a:rPr lang="ru-RU" dirty="0"/>
              <a:t>: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930B0E-63D3-3DB8-46A9-CD1624E99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53231"/>
            <a:ext cx="6668431" cy="301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Вход в ОС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Вводим логин и пароль и входим в систему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A081BA-E1FD-D0C6-2804-1F58EE9C9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33648"/>
            <a:ext cx="4976637" cy="4059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первого этапа проектной работы был установлен дистрибутив </a:t>
            </a:r>
            <a:r>
              <a:rPr lang="en-US" dirty="0"/>
              <a:t>K</a:t>
            </a:r>
            <a:r>
              <a:rPr lang="ru-RU" dirty="0" err="1"/>
              <a:t>ali</a:t>
            </a:r>
            <a:r>
              <a:rPr lang="ru-RU" dirty="0"/>
              <a:t> </a:t>
            </a:r>
            <a:r>
              <a:rPr lang="en-US" dirty="0"/>
              <a:t>L</a:t>
            </a:r>
            <a:r>
              <a:rPr lang="ru-RU" dirty="0" err="1"/>
              <a:t>inux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113</Words>
  <Application>Microsoft Office PowerPoint</Application>
  <PresentationFormat>Широкоэкранный</PresentationFormat>
  <Paragraphs>21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Тема Office</vt:lpstr>
      <vt:lpstr>Установка Kali Linux</vt:lpstr>
      <vt:lpstr>Цель работы</vt:lpstr>
      <vt:lpstr>Техническое обеспечение</vt:lpstr>
      <vt:lpstr>Установка дистрибутива</vt:lpstr>
      <vt:lpstr>Добавление дистрибутива в виртуальную машину</vt:lpstr>
      <vt:lpstr>Вход в ОС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9</cp:revision>
  <dcterms:modified xsi:type="dcterms:W3CDTF">2026-03-07T16:06:18Z</dcterms:modified>
</cp:coreProperties>
</file>