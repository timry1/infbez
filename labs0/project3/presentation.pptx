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3999" y="2162286"/>
            <a:ext cx="75337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Использование </a:t>
            </a:r>
            <a:r>
              <a:rPr lang="ru-RU" sz="2000" dirty="0" err="1"/>
              <a:t>Hydra</a:t>
            </a:r>
            <a:r>
              <a:rPr lang="ru-RU" sz="2000" dirty="0"/>
              <a:t> для подбора паролей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Рыбалко Тимофей Александрович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НБИбд-01-24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>
              <a:buSzPts val="2800"/>
            </a:pPr>
            <a:r>
              <a:rPr lang="ru-RU" dirty="0"/>
              <a:t>Освоение инструмента </a:t>
            </a:r>
            <a:r>
              <a:rPr lang="ru-RU" dirty="0" err="1"/>
              <a:t>Hydra</a:t>
            </a:r>
            <a:r>
              <a:rPr lang="ru-RU" dirty="0"/>
              <a:t> для подбора паролей к веб-формам авторизации методом перебора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Установка дистрибутива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Создан текстовый файл `passlist.txt` с перечнем паролей для перебора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954263-4E1F-9928-CF98-9C279FBB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51166"/>
            <a:ext cx="4491461" cy="35607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Запуск </a:t>
            </a:r>
            <a:r>
              <a:rPr lang="en-US" dirty="0"/>
              <a:t>Hydra</a:t>
            </a:r>
            <a:endParaRPr lang="ru-RU" dirty="0"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Выполнена атака перебором по протоколу HTTP с использованием POST-формы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C43260-C694-E088-5732-D05FCBD4A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204992"/>
            <a:ext cx="6907165" cy="27957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Результат работы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 err="1"/>
              <a:t>Hydra</a:t>
            </a:r>
            <a:r>
              <a:rPr lang="ru-RU" dirty="0"/>
              <a:t> выполнила 1 попытку (логин </a:t>
            </a:r>
            <a:r>
              <a:rPr lang="ru-RU" dirty="0" err="1"/>
              <a:t>root</a:t>
            </a:r>
            <a:r>
              <a:rPr lang="ru-RU" dirty="0"/>
              <a:t>, пароль </a:t>
            </a:r>
            <a:r>
              <a:rPr lang="ru-RU" dirty="0" err="1"/>
              <a:t>admin</a:t>
            </a:r>
            <a:r>
              <a:rPr lang="ru-RU" dirty="0"/>
              <a:t>)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5CBEF4-4A8A-6FE0-748A-38E376D98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614664"/>
            <a:ext cx="7613647" cy="1325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Заключение</a:t>
            </a:r>
            <a:endParaRPr dirty="0"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ru-RU" dirty="0"/>
              <a:t>В ходе выполнения третьего этапа проектной работы был освоен инструмент </a:t>
            </a:r>
            <a:r>
              <a:rPr lang="ru-RU" dirty="0" err="1"/>
              <a:t>Hydra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Выполнен подбор пароля к веб-форме авторизации методом перебора.</a:t>
            </a:r>
          </a:p>
          <a:p>
            <a:endParaRPr lang="ru-RU" dirty="0"/>
          </a:p>
          <a:p>
            <a:r>
              <a:rPr lang="ru-RU" dirty="0"/>
              <a:t>Проанализированы параметры запуска </a:t>
            </a:r>
            <a:r>
              <a:rPr lang="ru-RU" dirty="0" err="1"/>
              <a:t>Hydra</a:t>
            </a:r>
            <a:r>
              <a:rPr lang="ru-RU" dirty="0"/>
              <a:t> для HTTP POST-форм.</a:t>
            </a:r>
          </a:p>
          <a:p>
            <a:endParaRPr lang="ru-RU" dirty="0"/>
          </a:p>
          <a:p>
            <a:r>
              <a:rPr lang="ru-RU" dirty="0"/>
              <a:t>Получен практический опыт работы с переборщиками паролей в ОС </a:t>
            </a:r>
            <a:r>
              <a:rPr lang="ru-RU" dirty="0" err="1"/>
              <a:t>Kali</a:t>
            </a:r>
            <a:r>
              <a:rPr lang="ru-RU" dirty="0"/>
              <a:t> 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144</Words>
  <Application>Microsoft Office PowerPoint</Application>
  <PresentationFormat>Широкоэкранный</PresentationFormat>
  <Paragraphs>27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 Office</vt:lpstr>
      <vt:lpstr>Использование Hydra для подбора паролей</vt:lpstr>
      <vt:lpstr>Цель работы</vt:lpstr>
      <vt:lpstr>Техническое обеспечение</vt:lpstr>
      <vt:lpstr>Установка дистрибутива</vt:lpstr>
      <vt:lpstr>Запуск Hydra</vt:lpstr>
      <vt:lpstr>Результат работы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10</cp:revision>
  <dcterms:modified xsi:type="dcterms:W3CDTF">2026-04-10T17:05:48Z</dcterms:modified>
</cp:coreProperties>
</file>